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تقرير التفتيش الجماعى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حديقة الإمارات للحيوانات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